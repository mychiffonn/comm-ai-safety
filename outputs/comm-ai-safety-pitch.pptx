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573fd945f654e3c" /><Relationship Type="http://schemas.openxmlformats.org/officeDocument/2006/relationships/extended-properties" Target="/docProps/app.xml" Id="Rfbd24a3e430245ee" /><Relationship Type="http://schemas.openxmlformats.org/officeDocument/2006/relationships/officeDocument" Target="/ppt/presentation.xml" Id="R18ab9451945540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63183c85244ee7"/>
  </p:sldMasterIdLst>
  <p:notesMasterIdLst>
    <p:notesMasterId xmlns:r="http://schemas.openxmlformats.org/officeDocument/2006/relationships" r:id="R97bc31b1f2b24b74"/>
  </p:notesMasterIdLst>
  <p:sldIdLst>
    <p:sldId xmlns:r="http://schemas.openxmlformats.org/officeDocument/2006/relationships" id="256" r:id="R3849e11f6d9f40c6"/>
    <p:sldId xmlns:r="http://schemas.openxmlformats.org/officeDocument/2006/relationships" id="257" r:id="Rf0c8634899c4428c"/>
    <p:sldId xmlns:r="http://schemas.openxmlformats.org/officeDocument/2006/relationships" id="258" r:id="Rf474cc8f2cc142e1"/>
    <p:sldId xmlns:r="http://schemas.openxmlformats.org/officeDocument/2006/relationships" id="259" r:id="R1a0025e69b7f4922"/>
    <p:sldId xmlns:r="http://schemas.openxmlformats.org/officeDocument/2006/relationships" id="260" r:id="Raa67a947fc0748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caff15baea4dc4" /><Relationship Type="http://schemas.openxmlformats.org/officeDocument/2006/relationships/slideMaster" Target="/ppt/slideMasters/slideMaster1.xml" Id="Ra463183c85244ee7" /><Relationship Type="http://schemas.openxmlformats.org/officeDocument/2006/relationships/notesMaster" Target="/ppt/notesMasters/notesMaster1.xml" Id="R97bc31b1f2b24b74" /><Relationship Type="http://schemas.openxmlformats.org/officeDocument/2006/relationships/presProps" Target="/ppt/presProps.xml" Id="R8749ff6a415c479f" /><Relationship Type="http://schemas.openxmlformats.org/officeDocument/2006/relationships/tableStyles" Target="/ppt/tableStyles.xml" Id="R89b9d3db6ead4a07" /><Relationship Type="http://schemas.openxmlformats.org/officeDocument/2006/relationships/slide" Target="/ppt/slides/slide1.xml" Id="R3849e11f6d9f40c6" /><Relationship Type="http://schemas.openxmlformats.org/officeDocument/2006/relationships/slide" Target="/ppt/slides/slide2.xml" Id="Rf0c8634899c4428c" /><Relationship Type="http://schemas.openxmlformats.org/officeDocument/2006/relationships/slide" Target="/ppt/slides/slide3.xml" Id="Rf474cc8f2cc142e1" /><Relationship Type="http://schemas.openxmlformats.org/officeDocument/2006/relationships/slide" Target="/ppt/slides/slide4.xml" Id="R1a0025e69b7f4922" /><Relationship Type="http://schemas.openxmlformats.org/officeDocument/2006/relationships/slide" Target="/ppt/slides/slide5.xml" Id="Raa67a947fc0748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2129908542741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e9e7eaae4841d9" /><Relationship Type="http://schemas.openxmlformats.org/officeDocument/2006/relationships/notesMaster" Target="/ppt/notesMasters/notesMaster1.xml" Id="R440905ae30c2400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ed7345d9dc4039" /><Relationship Type="http://schemas.openxmlformats.org/officeDocument/2006/relationships/notesMaster" Target="/ppt/notesMasters/notesMaster1.xml" Id="R65ee984a8b0f41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1fcf1419574c2a" /><Relationship Type="http://schemas.openxmlformats.org/officeDocument/2006/relationships/notesMaster" Target="/ppt/notesMasters/notesMaster1.xml" Id="R61d252699b60423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d23b54edf8f4572" /><Relationship Type="http://schemas.openxmlformats.org/officeDocument/2006/relationships/notesMaster" Target="/ppt/notesMasters/notesMaster1.xml" Id="R0da0ed6a157647e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2e487e1434045ac" /><Relationship Type="http://schemas.openxmlformats.org/officeDocument/2006/relationships/notesMaster" Target="/ppt/notesMasters/notesMaster1.xml" Id="R7b0527ee9a6c4dd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3ec86cda5649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9b610ebffc44d6" /><Relationship Type="http://schemas.openxmlformats.org/officeDocument/2006/relationships/slideLayout" Target="/ppt/slideLayouts/slideLayout1.xml" Id="R3a6362d114124b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6362d114124b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d68b8a500469e" /><Relationship Type="http://schemas.openxmlformats.org/officeDocument/2006/relationships/notesSlide" Target="/ppt/notesSlides/notesSlide1.xml" Id="Ra1c311fd5e9842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6f9badd96f4e45" /><Relationship Type="http://schemas.openxmlformats.org/officeDocument/2006/relationships/notesSlide" Target="/ppt/notesSlides/notesSlide2.xml" Id="R9d10caa4d7254a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2a55f5aa9c4da7" /><Relationship Type="http://schemas.openxmlformats.org/officeDocument/2006/relationships/notesSlide" Target="/ppt/notesSlides/notesSlide3.xml" Id="Ra6a34830489b49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4802084fa64080" /><Relationship Type="http://schemas.openxmlformats.org/officeDocument/2006/relationships/notesSlide" Target="/ppt/notesSlides/notesSlide4.xml" Id="Rfcdee2b8bc8e407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b075e84334a52" /><Relationship Type="http://schemas.openxmlformats.org/officeDocument/2006/relationships/notesSlide" Target="/ppt/notesSlides/notesSlide5.xml" Id="R5bdcea7dd69b483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7232E4E7-E515-4832-8427-BDD0B440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Make careful AI-safety communication the easy default.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565CA87-B0F5-43EF-B582-027AA73D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comm-ai-safety turns technical sources into reviewable public communication—without losing the conditions that make a claim true.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C146D75E-91D2-4350-9A73-8D88C465B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AI-safety hackathon</a:t>
            </a:r>
          </a:p>
        </p:txBody>
      </p:sp>
    </p:spTree>
    <p:extLst>
      <p:ext uri="{BB962C8B-B14F-4D97-AF65-F5344CB8AC3E}">
        <p14:creationId xmlns:p14="http://schemas.microsoft.com/office/powerpoint/2010/main" val="19154954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0995A587-66DE-407C-A4FE-FC9F45E4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D970D1F-910A-4DB5-B21E-44976C2E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failure happens when evidence crosses audiences.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CB629F96-D250-45E8-9799-D843578B8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8313F4CE-02F8-4F1D-9FF2-2A2449600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4504EB02-246E-4101-8628-2687FDD3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104693EC-1858-4FDE-85EC-E7C9063F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1DDF0D07-5FB1-4ED1-B225-A0C38F5BF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Technical result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result is bounded by model, task, prompting, baseline, uncertainty, and caveats.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1FB5218B-2AD3-4595-BC8E-F88AD5C91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9E793E20-2472-484D-B356-49586470E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Public artifact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release, post, visual, or demo must stay clear, useful, and faithful under compression.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98995313-8447-4C0F-8A44-6BA449B0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841F4ED4-5506-45C9-B597-FC0419E5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Avoidable distortion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Capability can become propensity; a benchmark can become real-world harm; a demo can become a misleading proxy.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8DA9A747-B800-4165-BC21-FA246C7B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translation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FCE864B9-59FC-4569-B52C-0015FDFB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source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9AD7B9B2-2DB0-47E6-972B-302CCDCC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reader belief</a:t>
            </a:r>
          </a:p>
        </p:txBody>
      </p:sp>
    </p:spTree>
    <p:extLst>
      <p:ext uri="{BB962C8B-B14F-4D97-AF65-F5344CB8AC3E}">
        <p14:creationId xmlns:p14="http://schemas.microsoft.com/office/powerpoint/2010/main" val="155547771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C74B42EF-4A35-4AEA-AED0-FAC87F9E9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2BB2D75-B347-4FC5-A7DC-1E22FF561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small workflow creates a practical quality-control layer.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B7E4087A-2E07-45A0-949C-E1AD9B01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09339FD9-4AA7-40C3-AEF6-5CE5ECD9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B7191A4F-8452-458E-849E-9B9C2BE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0AE2296D-4697-4EDD-9EAD-3D96C6D5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7C621F43-F085-4522-9E78-70D929AB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Anchor claims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Build a compact ledger tied to primary sources, conditions, numbers, scope, and caveats.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4F5CA201-8DA8-4D18-B6D2-442309F8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8048AAF4-1EE2-4C0D-BBEA-C0F6B83A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Adapt responsibly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researcher validates the main claims; the authoring skill fits them to one defined audience.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EE07F9C8-EBAE-4DC8-B034-41BE64AED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A48270DB-7D52-4CD3-984A-48133601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Audit before release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the finished artifact for fidelity, missing context, unsafe demos, rights, and accessibility.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0C1A7ACC-37F3-4231-A919-6418ACB2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communication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328005D1-9721-41CB-A96E-6ED9CADC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evidence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8FF80ADC-6487-4C31-AFB5-6EC76BB50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96300267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F9321910-3C34-4C47-8A47-C03EABFE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21D18752-0E16-4CEE-8FDC-C4CD6E1F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519"/>
            <a:ext cx="11404568" cy="12830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Three skills cover the channels where nuance most often disappears.</a:t>
            </a:r>
          </a:p>
        </p:txBody>
      </p:sp>
      <p:sp>
        <p:nvSpPr>
          <p:cNvPr id="3" name="Rounded-Rectangle-9-4">
            <a:extLst xmlns:a="http://schemas.openxmlformats.org/drawingml/2006/main">
              <a:ext uri="{FF2B5EF4-FFF2-40B4-BE49-F238E27FC236}">
                <a16:creationId xmlns:a16="http://schemas.microsoft.com/office/drawing/2014/main" id="{574198CE-B09B-473F-911F-C71CFAF3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92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Rounded-Rectangle-10-5">
            <a:extLst xmlns:a="http://schemas.openxmlformats.org/drawingml/2006/main">
              <a:ext uri="{FF2B5EF4-FFF2-40B4-BE49-F238E27FC236}">
                <a16:creationId xmlns:a16="http://schemas.microsoft.com/office/drawing/2014/main" id="{94936B71-9803-4AA5-859F-358840D59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705A1ED0-229D-4AC6-A284-C3BA41C1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1816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comm-audit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 claim-by-claim check of conditions, caveats, quantitative context, safety, rights, and access.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9235D7AF-942C-486A-9DF5-7B398B48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611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One enforceable rule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artifact is called audited or publishable until the required human checkpoints and material audit items are resolved.</a:t>
            </a:r>
          </a:p>
        </p:txBody>
      </p:sp>
      <p:sp>
        <p:nvSpPr>
          <p:cNvPr id="7" name="Google-Shape-340-p61-8">
            <a:extLst xmlns:a="http://schemas.openxmlformats.org/drawingml/2006/main">
              <a:ext uri="{FF2B5EF4-FFF2-40B4-BE49-F238E27FC236}">
                <a16:creationId xmlns:a16="http://schemas.microsoft.com/office/drawing/2014/main" id="{E445FF01-7B7C-4DA9-9B18-280AFD5B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626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9DFD8C06-B8C2-4485-8AFD-7F72E76C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3257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Rounded-Rectangle-5-10">
            <a:extLst xmlns:a="http://schemas.openxmlformats.org/drawingml/2006/main">
              <a:ext uri="{FF2B5EF4-FFF2-40B4-BE49-F238E27FC236}">
                <a16:creationId xmlns:a16="http://schemas.microsoft.com/office/drawing/2014/main" id="{1DFA647D-3479-4779-A53E-5B633E567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334" y="3365468"/>
            <a:ext cx="3568732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9-11">
            <a:extLst xmlns:a="http://schemas.openxmlformats.org/drawingml/2006/main">
              <a:ext uri="{FF2B5EF4-FFF2-40B4-BE49-F238E27FC236}">
                <a16:creationId xmlns:a16="http://schemas.microsoft.com/office/drawing/2014/main" id="{8BF04358-83C6-4A6F-84A9-FC749BF5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135" y="4146137"/>
            <a:ext cx="2949321" cy="14328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comm-press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Source-verifiable releases, media briefs, pitches, and journalist FAQs without manufactured hype.</a:t>
            </a:r>
          </a:p>
        </p:txBody>
      </p:sp>
      <p:sp>
        <p:nvSpPr>
          <p:cNvPr id="11" name="Google-Shape-340-p61-12">
            <a:extLst xmlns:a="http://schemas.openxmlformats.org/drawingml/2006/main">
              <a:ext uri="{FF2B5EF4-FFF2-40B4-BE49-F238E27FC236}">
                <a16:creationId xmlns:a16="http://schemas.microsoft.com/office/drawing/2014/main" id="{AE1A2476-5CF3-4A5C-ACCE-43EEEE819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041" y="3694081"/>
            <a:ext cx="233839" cy="233744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2" name="Content-Placeholder-15-13">
            <a:extLst xmlns:a="http://schemas.openxmlformats.org/drawingml/2006/main">
              <a:ext uri="{FF2B5EF4-FFF2-40B4-BE49-F238E27FC236}">
                <a16:creationId xmlns:a16="http://schemas.microsoft.com/office/drawing/2014/main" id="{5645AB92-6C83-4E73-99E6-C5F47397B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50562"/>
            <a:ext cx="11404568" cy="16292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comm-public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Explainers, FAQs, social copy, visual briefs, and safer demo briefs for a named audience.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from primary sources and a named audience brief.</a:t>
            </a:r>
          </a:p>
        </p:txBody>
      </p:sp>
    </p:spTree>
    <p:extLst>
      <p:ext uri="{BB962C8B-B14F-4D97-AF65-F5344CB8AC3E}">
        <p14:creationId xmlns:p14="http://schemas.microsoft.com/office/powerpoint/2010/main" val="142512547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06809CAF-0C45-4225-8AF3-64AB301BB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5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Install the skills. Start with the worked demo. Make a public claim easier to verify.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DC810A55-3570-44A1-B4B3-38B5DFADC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github.com/mychiffonn/comm-ai-safety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Worked case: Emergent Misalignment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Open Agent Skills · source-linked · human-in-the-loop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BE1A2892-E804-4804-9391-DE8E1C234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Ready to use</a:t>
            </a:r>
          </a:p>
        </p:txBody>
      </p:sp>
    </p:spTree>
    <p:extLst>
      <p:ext uri="{BB962C8B-B14F-4D97-AF65-F5344CB8AC3E}">
        <p14:creationId xmlns:p14="http://schemas.microsoft.com/office/powerpoint/2010/main" val="9491426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2026-07-19T00:47:16.1100000Z</dcterms:created>
  <dcterms:modified xsi:type="dcterms:W3CDTF">2026-07-19T00:47:16.1100000Z</dcterms:modified>
</coreProperties>
</file>