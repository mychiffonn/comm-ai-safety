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584c82e577460f" /><Relationship Type="http://schemas.openxmlformats.org/officeDocument/2006/relationships/extended-properties" Target="/docProps/app.xml" Id="Re9f5d30b83764acf" /><Relationship Type="http://schemas.openxmlformats.org/officeDocument/2006/relationships/officeDocument" Target="/ppt/presentation.xml" Id="R842692c5290a49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5ec25aebcb4a34"/>
  </p:sldMasterIdLst>
  <p:notesMasterIdLst>
    <p:notesMasterId xmlns:r="http://schemas.openxmlformats.org/officeDocument/2006/relationships" r:id="Rb5d0304fec6d4ba5"/>
  </p:notesMasterIdLst>
  <p:sldIdLst>
    <p:sldId xmlns:r="http://schemas.openxmlformats.org/officeDocument/2006/relationships" id="256" r:id="Rb7dd79bc2fa54981"/>
    <p:sldId xmlns:r="http://schemas.openxmlformats.org/officeDocument/2006/relationships" id="257" r:id="Re1eeb2710795442a"/>
    <p:sldId xmlns:r="http://schemas.openxmlformats.org/officeDocument/2006/relationships" id="258" r:id="R602fef116dce4913"/>
    <p:sldId xmlns:r="http://schemas.openxmlformats.org/officeDocument/2006/relationships" id="259" r:id="R2f867bca5bed40f6"/>
    <p:sldId xmlns:r="http://schemas.openxmlformats.org/officeDocument/2006/relationships" id="260" r:id="R2a4c57f37440432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f4fd8d5316945d9" /><Relationship Type="http://schemas.openxmlformats.org/officeDocument/2006/relationships/slideMaster" Target="/ppt/slideMasters/slideMaster1.xml" Id="Rfa5ec25aebcb4a34" /><Relationship Type="http://schemas.openxmlformats.org/officeDocument/2006/relationships/notesMaster" Target="/ppt/notesMasters/notesMaster1.xml" Id="Rb5d0304fec6d4ba5" /><Relationship Type="http://schemas.openxmlformats.org/officeDocument/2006/relationships/presProps" Target="/ppt/presProps.xml" Id="R2394a1632a514253" /><Relationship Type="http://schemas.openxmlformats.org/officeDocument/2006/relationships/tableStyles" Target="/ppt/tableStyles.xml" Id="R826527e20ddc472b" /><Relationship Type="http://schemas.openxmlformats.org/officeDocument/2006/relationships/slide" Target="/ppt/slides/slide1.xml" Id="Rb7dd79bc2fa54981" /><Relationship Type="http://schemas.openxmlformats.org/officeDocument/2006/relationships/slide" Target="/ppt/slides/slide2.xml" Id="Re1eeb2710795442a" /><Relationship Type="http://schemas.openxmlformats.org/officeDocument/2006/relationships/slide" Target="/ppt/slides/slide3.xml" Id="R602fef116dce4913" /><Relationship Type="http://schemas.openxmlformats.org/officeDocument/2006/relationships/slide" Target="/ppt/slides/slide4.xml" Id="R2f867bca5bed40f6" /><Relationship Type="http://schemas.openxmlformats.org/officeDocument/2006/relationships/slide" Target="/ppt/slides/slide5.xml" Id="R2a4c57f3744043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ac4c1eb38a4c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3a896c1db74eb5" /><Relationship Type="http://schemas.openxmlformats.org/officeDocument/2006/relationships/notesMaster" Target="/ppt/notesMasters/notesMaster1.xml" Id="Rbccac0a8053a41d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8ee5089b56946b2" /><Relationship Type="http://schemas.openxmlformats.org/officeDocument/2006/relationships/notesMaster" Target="/ppt/notesMasters/notesMaster1.xml" Id="R40d4fa0c7f51483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1bbe40986f4fb4" /><Relationship Type="http://schemas.openxmlformats.org/officeDocument/2006/relationships/notesMaster" Target="/ppt/notesMasters/notesMaster1.xml" Id="R45978a4e0cd94a4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dcbe8603e64f0f" /><Relationship Type="http://schemas.openxmlformats.org/officeDocument/2006/relationships/notesMaster" Target="/ppt/notesMasters/notesMaster1.xml" Id="R46ec76fc6f954b6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a0b41f54284332" /><Relationship Type="http://schemas.openxmlformats.org/officeDocument/2006/relationships/notesMaster" Target="/ppt/notesMasters/notesMaster1.xml" Id="Reb1ca62f93cd42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6d4ff3e7294e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7e40803be34ba7" /><Relationship Type="http://schemas.openxmlformats.org/officeDocument/2006/relationships/slideLayout" Target="/ppt/slideLayouts/slideLayout1.xml" Id="R5c688dca1528451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c688dca1528451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724fadcda4129" /><Relationship Type="http://schemas.openxmlformats.org/officeDocument/2006/relationships/notesSlide" Target="/ppt/notesSlides/notesSlide1.xml" Id="Rd2777ef9884648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0a5e17c1b14771" /><Relationship Type="http://schemas.openxmlformats.org/officeDocument/2006/relationships/notesSlide" Target="/ppt/notesSlides/notesSlide2.xml" Id="Rd85d6e50fe4f44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48c4d6b9ba446e" /><Relationship Type="http://schemas.openxmlformats.org/officeDocument/2006/relationships/notesSlide" Target="/ppt/notesSlides/notesSlide3.xml" Id="Rb309891c03d2405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5ddc7daaea4378" /><Relationship Type="http://schemas.openxmlformats.org/officeDocument/2006/relationships/notesSlide" Target="/ppt/notesSlides/notesSlide4.xml" Id="Rfe705713804d43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859cba84b4e48" /><Relationship Type="http://schemas.openxmlformats.org/officeDocument/2006/relationships/image" Target="/ppt/media/image.png" Id="Rd1e73d3c3fb2441a" /><Relationship Type="http://schemas.openxmlformats.org/officeDocument/2006/relationships/notesSlide" Target="/ppt/notesSlides/notesSlide5.xml" Id="R0918f3f8a4ac480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996E5D39-115C-4B06-A203-35560FA5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Make careful AI-safety communication the easy default.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85FCDEE1-E3B8-4D16-B03B-3FFC5A79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comm-ai-safety turns technical sources into reviewable public communication—without losing the conditions that make a claim true.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48EF8B7C-71BC-4BA8-94F6-438DC6DC0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AI-safety hackathon</a:t>
            </a:r>
          </a:p>
        </p:txBody>
      </p:sp>
    </p:spTree>
    <p:extLst>
      <p:ext uri="{BB962C8B-B14F-4D97-AF65-F5344CB8AC3E}">
        <p14:creationId xmlns:p14="http://schemas.microsoft.com/office/powerpoint/2010/main" val="117061901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7834BBE0-4342-4624-A9A4-B05A17D8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FACDA37A-EF3E-4422-9112-67EDFF95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failure happens when evidence crosses audiences.</a:t>
            </a:r>
          </a:p>
        </p:txBody>
      </p:sp>
      <p:cxnSp>
        <p:nvCxnSpPr>
          <p:cNvPr id="18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297849BA-D069-4DDE-ABC8-FD0A0983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A0C2A718-05A0-4D9F-87AC-C01DA7E4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06098E42-02D6-4FC3-9E25-B663D26F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0C7B4E86-36A4-467A-98AA-BEEE3403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B58B1D95-AD43-4B96-B770-FC2E081A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Technical result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result is bounded by model, task, prompting, baseline, uncertainty, and caveats.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2EB580B6-5FDB-447D-ACF8-7626A4AD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5E6FA5E9-C83B-45E1-8D45-2E73FA2CB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artifact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release, post, visual, or demo must stay clear, useful, and faithful under compression.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9EA3B962-592C-4AFA-99DD-A4237AF7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2A3873F7-2EC6-43E8-ADC5-0F6E960F9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Avoidable distortion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Capability can become propensity; a benchmark can become real-world harm; a demo can become a misleading proxy.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1EE8B753-8B40-4B31-9C35-896748258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translation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D61E5644-9739-4549-86C4-C7A8A15F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source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91EEAF8C-14B7-4658-A793-E7C96149F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reader belief</a:t>
            </a:r>
          </a:p>
        </p:txBody>
      </p:sp>
    </p:spTree>
    <p:extLst>
      <p:ext uri="{BB962C8B-B14F-4D97-AF65-F5344CB8AC3E}">
        <p14:creationId xmlns:p14="http://schemas.microsoft.com/office/powerpoint/2010/main" val="93728415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957F9DEB-4869-4DDD-9659-A3492048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9A2007B1-AAF0-4BDA-BC13-F422D27E3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small workflow creates a practical quality-control layer.</a:t>
            </a:r>
          </a:p>
        </p:txBody>
      </p:sp>
      <p:cxnSp>
        <p:nvCxnSpPr>
          <p:cNvPr id="18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48D143A6-865F-4FFF-998E-AB4957625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03E88ED6-68FB-4B37-A48C-F52BE531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17679430-71BA-464D-9215-C5C60176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360AE73D-6B74-441B-80D3-6E7B7DCC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0F0FB1CF-C967-4F77-9D53-2F960839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Anchor claims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Build a compact ledger tied to primary sources, conditions, numbers, scope, and caveats.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52D5C2BA-481D-4865-9704-C6C5E1557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565B7658-5617-4533-A844-62CA1AE0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Adapt responsibly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researcher validates the main claims; the authoring skill fits them to one defined audience.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88B81F4D-191B-41F9-AB50-027FC5EE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88BF9944-1B8C-4CD4-AAD1-7402D4F0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Audit before release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 the finished artifact for fidelity, missing context, unsafe demos, rights, and accessibility.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16FA7573-F187-4C2E-AAE8-C3EA734AF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communication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E7824956-157C-42E0-8820-4AFC07BB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evidence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2865F808-287C-49A0-9833-2E6B7D30C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172770103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84ABE108-BF7A-491C-AB2A-CDF3712C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A99E2CF9-8D2C-459A-9D0A-DB21089B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128301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Three skills cover the channels where nuance most often disappears.</a:t>
            </a:r>
          </a:p>
        </p:txBody>
      </p:sp>
      <p:sp>
        <p:nvSpPr>
          <p:cNvPr id="3" name="Rounded-Rectangle-9-4">
            <a:extLst xmlns:a="http://schemas.openxmlformats.org/drawingml/2006/main">
              <a:ext uri="{FF2B5EF4-FFF2-40B4-BE49-F238E27FC236}">
                <a16:creationId xmlns:a16="http://schemas.microsoft.com/office/drawing/2014/main" id="{77AE61A2-45DC-43BB-8675-E62A1552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920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ounded-Rectangle-10-5">
            <a:extLst xmlns:a="http://schemas.openxmlformats.org/drawingml/2006/main">
              <a:ext uri="{FF2B5EF4-FFF2-40B4-BE49-F238E27FC236}">
                <a16:creationId xmlns:a16="http://schemas.microsoft.com/office/drawing/2014/main" id="{B378CC50-C05F-4A83-8A2F-F1F16F63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CBAF5CA4-63A0-40AE-86A8-7C118511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816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comm-audit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claim-by-claim check of conditions, caveats, quantitative context, safety, rights, and access.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FB3B1F57-ADC7-4C9B-A176-F651A39B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6115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enforceable rule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artifact is called audited or publishable until the required human checkpoints and material audit items are resolved.</a:t>
            </a:r>
          </a:p>
        </p:txBody>
      </p:sp>
      <p:sp>
        <p:nvSpPr>
          <p:cNvPr id="7" name="Google-Shape-340-p61-8">
            <a:extLst xmlns:a="http://schemas.openxmlformats.org/drawingml/2006/main">
              <a:ext uri="{FF2B5EF4-FFF2-40B4-BE49-F238E27FC236}">
                <a16:creationId xmlns:a16="http://schemas.microsoft.com/office/drawing/2014/main" id="{3C7BD552-A471-40C2-9394-9C73AB92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626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EEA6CFB4-4183-4F67-93B1-CED70963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3257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Rounded-Rectangle-5-10">
            <a:extLst xmlns:a="http://schemas.openxmlformats.org/drawingml/2006/main">
              <a:ext uri="{FF2B5EF4-FFF2-40B4-BE49-F238E27FC236}">
                <a16:creationId xmlns:a16="http://schemas.microsoft.com/office/drawing/2014/main" id="{4EE79339-07AC-4278-B951-0F897B8E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334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C885B357-6091-4014-B2DF-06422E1C2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135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comm-press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Source-verifiable releases, media briefs, pitches, and journalist FAQs without manufactured hype.</a:t>
            </a:r>
          </a:p>
        </p:txBody>
      </p:sp>
      <p:sp>
        <p:nvSpPr>
          <p:cNvPr id="11" name="Google-Shape-340-p61-12">
            <a:extLst xmlns:a="http://schemas.openxmlformats.org/drawingml/2006/main">
              <a:ext uri="{FF2B5EF4-FFF2-40B4-BE49-F238E27FC236}">
                <a16:creationId xmlns:a16="http://schemas.microsoft.com/office/drawing/2014/main" id="{875F1972-37AC-47DC-8D1F-C0FB8C87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041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2" name="Content-Placeholder-15-13">
            <a:extLst xmlns:a="http://schemas.openxmlformats.org/drawingml/2006/main">
              <a:ext uri="{FF2B5EF4-FFF2-40B4-BE49-F238E27FC236}">
                <a16:creationId xmlns:a16="http://schemas.microsoft.com/office/drawing/2014/main" id="{464DDC0B-A0A7-44B7-B249-132D2189E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50562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comm-public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Explainers, FAQs, social copy, visual briefs, and safer demo briefs for a named audience.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Built from primary sources and a named audience brief.</a:t>
            </a:r>
          </a:p>
        </p:txBody>
      </p:sp>
    </p:spTree>
    <p:extLst>
      <p:ext uri="{BB962C8B-B14F-4D97-AF65-F5344CB8AC3E}">
        <p14:creationId xmlns:p14="http://schemas.microsoft.com/office/powerpoint/2010/main" val="174839819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3-1">
            <a:extLst xmlns:a="http://schemas.openxmlformats.org/drawingml/2006/main">
              <a:ext uri="{FF2B5EF4-FFF2-40B4-BE49-F238E27FC236}">
                <a16:creationId xmlns:a16="http://schemas.microsoft.com/office/drawing/2014/main" id="{719F3077-BB57-4574-A1C5-D479A04F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Install the skills. Start with the worked demo. Make a public claim easier to verify.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592F3EDF-31E5-420A-9109-7D6EFB643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Scan for the GitHub repo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Worked demo included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Human-reviewed claims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27F33065-D539-4843-9A5F-30B32BCCF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Ready to use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e73d3c3fb2441a"/>
          <a:stretch xmlns:a="http://schemas.openxmlformats.org/drawingml/2006/main"/>
        </p:blipFill>
        <p:spPr>
          <a:xfrm xmlns:a="http://schemas.openxmlformats.org/drawingml/2006/main">
            <a:off x="9925050" y="4514850"/>
            <a:ext cx="1466850" cy="14668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3894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2026-07-19T00:52:49.0690000Z</dcterms:created>
  <dcterms:modified xsi:type="dcterms:W3CDTF">2026-07-19T00:52:49.0690000Z</dcterms:modified>
</coreProperties>
</file>