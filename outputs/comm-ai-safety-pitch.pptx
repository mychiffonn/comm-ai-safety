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ca8bc1120f48ae" /><Relationship Type="http://schemas.openxmlformats.org/officeDocument/2006/relationships/extended-properties" Target="/docProps/app.xml" Id="Re66d371502544675" /><Relationship Type="http://schemas.openxmlformats.org/officeDocument/2006/relationships/officeDocument" Target="/ppt/presentation.xml" Id="R28ee5391f43446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fdfe62dfda48e0"/>
  </p:sldMasterIdLst>
  <p:notesMasterIdLst>
    <p:notesMasterId xmlns:r="http://schemas.openxmlformats.org/officeDocument/2006/relationships" r:id="Re3c7235550bd4fa0"/>
  </p:notesMasterIdLst>
  <p:sldIdLst>
    <p:sldId xmlns:r="http://schemas.openxmlformats.org/officeDocument/2006/relationships" id="256" r:id="R0b80fb50f1b74f60"/>
    <p:sldId xmlns:r="http://schemas.openxmlformats.org/officeDocument/2006/relationships" id="257" r:id="Rc7264047938f49f3"/>
    <p:sldId xmlns:r="http://schemas.openxmlformats.org/officeDocument/2006/relationships" id="258" r:id="R1ccb9078423c447f"/>
    <p:sldId xmlns:r="http://schemas.openxmlformats.org/officeDocument/2006/relationships" id="259" r:id="Ra95b1e2dd9374b22"/>
    <p:sldId xmlns:r="http://schemas.openxmlformats.org/officeDocument/2006/relationships" id="260" r:id="Rb149d41d46cf4dea"/>
    <p:sldId xmlns:r="http://schemas.openxmlformats.org/officeDocument/2006/relationships" id="261" r:id="R6a05cfbb561e49a3"/>
    <p:sldId xmlns:r="http://schemas.openxmlformats.org/officeDocument/2006/relationships" id="262" r:id="Rbed9cddcb9ba49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c7d1ac3b0749a1" /><Relationship Type="http://schemas.openxmlformats.org/officeDocument/2006/relationships/slideMaster" Target="/ppt/slideMasters/slideMaster1.xml" Id="R97fdfe62dfda48e0" /><Relationship Type="http://schemas.openxmlformats.org/officeDocument/2006/relationships/notesMaster" Target="/ppt/notesMasters/notesMaster1.xml" Id="Re3c7235550bd4fa0" /><Relationship Type="http://schemas.openxmlformats.org/officeDocument/2006/relationships/presProps" Target="/ppt/presProps.xml" Id="R189381a510254a85" /><Relationship Type="http://schemas.openxmlformats.org/officeDocument/2006/relationships/tableStyles" Target="/ppt/tableStyles.xml" Id="Rfecd4b2817fa4c50" /><Relationship Type="http://schemas.openxmlformats.org/officeDocument/2006/relationships/slide" Target="/ppt/slides/slide1.xml" Id="R0b80fb50f1b74f60" /><Relationship Type="http://schemas.openxmlformats.org/officeDocument/2006/relationships/slide" Target="/ppt/slides/slide2.xml" Id="Rc7264047938f49f3" /><Relationship Type="http://schemas.openxmlformats.org/officeDocument/2006/relationships/slide" Target="/ppt/slides/slide3.xml" Id="R1ccb9078423c447f" /><Relationship Type="http://schemas.openxmlformats.org/officeDocument/2006/relationships/slide" Target="/ppt/slides/slide4.xml" Id="Ra95b1e2dd9374b22" /><Relationship Type="http://schemas.openxmlformats.org/officeDocument/2006/relationships/slide" Target="/ppt/slides/slide5.xml" Id="Rb149d41d46cf4dea" /><Relationship Type="http://schemas.openxmlformats.org/officeDocument/2006/relationships/slide" Target="/ppt/slides/slide6.xml" Id="R6a05cfbb561e49a3" /><Relationship Type="http://schemas.openxmlformats.org/officeDocument/2006/relationships/slide" Target="/ppt/slides/slide7.xml" Id="Rbed9cddcb9ba49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eacf45c0a9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b6056a86334986" /><Relationship Type="http://schemas.openxmlformats.org/officeDocument/2006/relationships/notesMaster" Target="/ppt/notesMasters/notesMaster1.xml" Id="R11ccf6d3bec742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a3366e612c4ccd" /><Relationship Type="http://schemas.openxmlformats.org/officeDocument/2006/relationships/notesMaster" Target="/ppt/notesMasters/notesMaster1.xml" Id="R8d90c154f6df47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ad1706aeef4ba9" /><Relationship Type="http://schemas.openxmlformats.org/officeDocument/2006/relationships/notesMaster" Target="/ppt/notesMasters/notesMaster1.xml" Id="Rd9c5a59fb1c541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d6e3b10b4e4ba8" /><Relationship Type="http://schemas.openxmlformats.org/officeDocument/2006/relationships/notesMaster" Target="/ppt/notesMasters/notesMaster1.xml" Id="R09876d9896554a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c755070ef84055" /><Relationship Type="http://schemas.openxmlformats.org/officeDocument/2006/relationships/notesMaster" Target="/ppt/notesMasters/notesMaster1.xml" Id="R8c0cdcfe98d341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094bd92da4485d" /><Relationship Type="http://schemas.openxmlformats.org/officeDocument/2006/relationships/notesMaster" Target="/ppt/notesMasters/notesMaster1.xml" Id="R2382dbdf9d4f4f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a71dff9d9744f6" /><Relationship Type="http://schemas.openxmlformats.org/officeDocument/2006/relationships/notesMaster" Target="/ppt/notesMasters/notesMaster1.xml" Id="R533d756192fa46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3d86858d54c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dd3cb88f6e4f96" /><Relationship Type="http://schemas.openxmlformats.org/officeDocument/2006/relationships/slideLayout" Target="/ppt/slideLayouts/slideLayout1.xml" Id="R5648174e553a4c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48174e553a4c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de4fc9ebe4ae8" /><Relationship Type="http://schemas.openxmlformats.org/officeDocument/2006/relationships/notesSlide" Target="/ppt/notesSlides/notesSlide1.xml" Id="Rfbc4559caa1341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035ebf27448f2" /><Relationship Type="http://schemas.openxmlformats.org/officeDocument/2006/relationships/notesSlide" Target="/ppt/notesSlides/notesSlide2.xml" Id="R4bc8cb31015545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02005fa374443" /><Relationship Type="http://schemas.openxmlformats.org/officeDocument/2006/relationships/notesSlide" Target="/ppt/notesSlides/notesSlide3.xml" Id="R2fd1393453d64c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cc67819ed400a" /><Relationship Type="http://schemas.openxmlformats.org/officeDocument/2006/relationships/notesSlide" Target="/ppt/notesSlides/notesSlide4.xml" Id="R5c007670c69449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f19cbf9e54f0d" /><Relationship Type="http://schemas.openxmlformats.org/officeDocument/2006/relationships/notesSlide" Target="/ppt/notesSlides/notesSlide5.xml" Id="Rae16361ce9504b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52d8fe85e467d" /><Relationship Type="http://schemas.openxmlformats.org/officeDocument/2006/relationships/notesSlide" Target="/ppt/notesSlides/notesSlide6.xml" Id="R15ae568a727a48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1ab8fa522469d" /><Relationship Type="http://schemas.openxmlformats.org/officeDocument/2006/relationships/image" Target="/ppt/media/image.png" Id="R353f1129c21a4104" /><Relationship Type="http://schemas.openxmlformats.org/officeDocument/2006/relationships/notesSlide" Target="/ppt/notesSlides/notesSlide7.xml" Id="Rbbeab5da4fa442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96E5D39-115C-4B06-A203-35560FA5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careful AI-safety communication the easy default.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5FCDEE1-E3B8-4D16-B03B-3FFC5A79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comm-ai-safety turns technical sources into fast, reviewable public communication—then keeps human approval and source fidelity as publication gates.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8EF8B7C-71BC-4BA8-94F6-438DC6DC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AI-safety 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706190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4ABE108-BF7A-491C-AB2A-CDF3712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9E2CF9-8D2C-459A-9D0A-DB21089B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Portable skills make careful communication easier to repeat.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7AE61A2-45DC-43BB-8675-E62A1552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B378CC50-C05F-4A83-8A2F-F1F16F63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BAF5CA4-63A0-40AE-86A8-7C11851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Move faster with gates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Draft early; verify evidence and get human approval before publication.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B3B1F57-ADC7-4C9B-A176-F651A39B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one evidence spine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Public, press, and audit outputs share the same claim boundaries.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3C7BD552-A471-40C2-9394-9C73AB92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EEA6CFB4-4183-4F67-93B1-CED70963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4EE79339-07AC-4278-B951-0F897B8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885B357-6091-4014-B2DF-06422E1C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Package the judgment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Workflows, principles, references, and templates travel together.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875F1972-37AC-47DC-8D1F-C0FB8C8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64DDC0B-A0A7-44B7-B249-132D2189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Bring your own harness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AI or agent harness you already trust.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package brings a repeatable communication workflow with it.</a:t>
            </a:r>
          </a:p>
        </p:txBody>
      </p:sp>
    </p:spTree>
    <p:extLst>
      <p:ext uri="{BB962C8B-B14F-4D97-AF65-F5344CB8AC3E}">
        <p14:creationId xmlns:p14="http://schemas.microsoft.com/office/powerpoint/2010/main" val="17483981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834BBE0-4342-4624-A9A4-B05A17D8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ACDA37A-EF3E-4422-9112-67EDFF95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failure happens when evidence crosses audiences.</a:t>
            </a:r>
          </a:p>
        </p:txBody>
      </p:sp>
      <p:cxnSp>
        <p:nvCxnSpPr>
          <p:cNvPr id="3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97849BA-D069-4DDE-ABC8-FD0A0983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0C2A718-05A0-4D9F-87AC-C01DA7E4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6098E42-02D6-4FC3-9E25-B663D26F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C7B4E86-36A4-467A-98AA-BEEE3403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B58B1D95-AD43-4B96-B770-FC2E081A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Technical result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result is bounded by model, task, prompting, baseline, uncertainty, and caveats.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EB580B6-5FDB-447D-ACF8-7626A4AD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5E6FA5E9-C83B-45E1-8D45-2E73FA2C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Public artifact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release, post, visual, or demo must stay clear, useful, and faithful under compression.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9EA3B962-592C-4AFA-99DD-A4237AF7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A3873F7-2EC6-43E8-ADC5-0F6E960F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Avoidable distortion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Capability becomes propensity; a model-only score becomes misuse uplift or deployment evidence; a demo becomes a misleading proxy.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1EE8B753-8B40-4B31-9C35-89674825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translation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D61E5644-9739-4549-86C4-C7A8A15F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91EEAF8C-14B7-4658-A793-E7C96149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reader belief</a:t>
            </a:r>
          </a:p>
        </p:txBody>
      </p:sp>
    </p:spTree>
    <p:extLst>
      <p:ext uri="{BB962C8B-B14F-4D97-AF65-F5344CB8AC3E}">
        <p14:creationId xmlns:p14="http://schemas.microsoft.com/office/powerpoint/2010/main" val="9372841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57F9DEB-4869-4DDD-9659-A349204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A2007B1-AAF0-4BDA-BC13-F422D27E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useful draft comes early; publication checks stay strict.</a:t>
            </a:r>
          </a:p>
        </p:txBody>
      </p:sp>
      <p:cxnSp>
        <p:nvCxnSpPr>
          <p:cNvPr id="3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8D143A6-865F-4FFF-998E-AB495762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3E88ED6-68FB-4B37-A48C-F52BE53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7679430-71BA-464D-9215-C5C60176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360AE73D-6B74-441B-80D3-6E7B7DC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0F0FB1CF-C967-4F77-9D53-2F960839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Frame and draft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 one audience and goal. Lead with one takeaway, up to two supporting claims, and a visible working-draft label.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52D5C2BA-481D-4865-9704-C6C5E155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565B7658-5617-4533-A844-62CA1AE0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Verify and approve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 every load-bearing claim against primary sources. Then a responsible human approves the core evidence map.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8B81F4D-191B-41F9-AB50-027FC5EE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88BF9944-1B8C-4CD4-AAD1-7402D4F0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Test and audit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reader teach-back, rapid checks during drafting, and a full, proportionate audit before publication.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16FA7573-F187-4C2E-AAE8-C3EA734A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verified evidence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E7824956-157C-42E0-8820-4AFC07BB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working draft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2865F808-287C-49A0-9833-2E6B7D30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publication decision</a:t>
            </a:r>
          </a:p>
        </p:txBody>
      </p:sp>
    </p:spTree>
    <p:extLst>
      <p:ext uri="{BB962C8B-B14F-4D97-AF65-F5344CB8AC3E}">
        <p14:creationId xmlns:p14="http://schemas.microsoft.com/office/powerpoint/2010/main" val="17277010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4ABE108-BF7A-491C-AB2A-CDF3712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9E2CF9-8D2C-459A-9D0A-DB21089B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skills share one evidence-preserving handoff.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7AE61A2-45DC-43BB-8675-E62A1552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B378CC50-C05F-4A83-8A2F-F1F16F63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BAF5CA4-63A0-40AE-86A8-7C11851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comm-audit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Rapid core-claim checks during drafting; full publication or corpus audits when risk and reuse justify them.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B3B1F57-ADC7-4C9B-A176-F651A39B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enforceable rule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Drafts can arrive early. “Audited,” “final,” and “publishable” wait for human approval and resolved material findings.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3C7BD552-A471-40C2-9394-9C73AB92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EEA6CFB4-4183-4F67-93B1-CED70963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4EE79339-07AC-4278-B951-0F897B8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885B357-6091-4014-B2DF-06422E1C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comm-press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Working releases, briefs, pitches, and journalist FAQs with independent context, quote approval, and rights checks.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875F1972-37AC-47DC-8D1F-C0FB8C8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64DDC0B-A0A7-44B7-B249-132D2189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comm-public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 explainers, FAQs, social copy, visuals, and safer demo briefs for one named audience.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Audience copy stays separate from evidence and workflow notes.</a:t>
            </a:r>
          </a:p>
        </p:txBody>
      </p:sp>
    </p:spTree>
    <p:extLst>
      <p:ext uri="{BB962C8B-B14F-4D97-AF65-F5344CB8AC3E}">
        <p14:creationId xmlns:p14="http://schemas.microsoft.com/office/powerpoint/2010/main" val="17483981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96E5D39-115C-4B06-A203-35560FA5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Expand to new audiences with human experts.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5FCDEE1-E3B8-4D16-B03B-3FFC5A79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Next: add dedicated skills for policymakers and grantors; co-design and test them with human experts in communication, policy, funding, accessibility, and safety.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8EF8B7C-71BC-4BA8-94F6-438DC6DC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Future plan</a:t>
            </a:r>
          </a:p>
        </p:txBody>
      </p:sp>
    </p:spTree>
    <p:extLst>
      <p:ext uri="{BB962C8B-B14F-4D97-AF65-F5344CB8AC3E}">
        <p14:creationId xmlns:p14="http://schemas.microsoft.com/office/powerpoint/2010/main" val="11706190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719F3077-BB57-4574-A1C5-D479A04F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Install the skills. Start with the worked demo. Make a public claim easier to verify.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92F3EDF-31E5-420A-9109-7D6EFB64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mychiffonn/comm-ai-safety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 draft, proportionate audit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Worked demo included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7F33065-D539-4843-9A5F-30B32BC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Ready to use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f1129c21a4104"/>
          <a:stretch xmlns:a="http://schemas.openxmlformats.org/drawingml/2006/main"/>
        </p:blipFill>
        <p:spPr>
          <a:xfrm xmlns:a="http://schemas.openxmlformats.org/drawingml/2006/main">
            <a:off x="9925050" y="4514850"/>
            <a:ext cx="1466850" cy="1466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89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2026-07-19T02:04:25.3290000Z</dcterms:created>
  <dcterms:modified xsi:type="dcterms:W3CDTF">2026-07-19T02:04:25.3290000Z</dcterms:modified>
</coreProperties>
</file>